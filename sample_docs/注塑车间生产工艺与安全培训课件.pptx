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培训主讲人注意：重点向学员强调保压时间与产品缩水缺陷的对应关系。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icrosoft YaHei"/>
              </a:defRPr>
            </a:pPr>
            <a:r>
              <a:t>注塑车间生产工艺与安全规程培训</a:t>
            </a:r>
          </a:p>
          <a:p>
            <a:pPr algn="ctr">
              <a:defRPr sz="1800">
                <a:solidFill>
                  <a:srgbClr val="64748B"/>
                </a:solidFill>
              </a:defRPr>
            </a:pPr>
            <a:r>
              <a:t>2026年度新员工岗位技能与标准化作业 (SOP) 专项教材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编制审核：罗成耿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一、车间核心作业安全防护规范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1. 操作人员进入车间必须佩戴防静电劳保鞋、安全帽与防护目镜；</a:t>
            </a:r>
          </a:p>
          <a:p>
            <a:pPr>
              <a:spcAft>
                <a:spcPts val="1200"/>
              </a:spcAft>
              <a:defRPr sz="1600"/>
            </a:pPr>
            <a:r>
              <a:t>2. 机台运行状态下，严禁将手伸入合模机构与射胶喷嘴区域；</a:t>
            </a:r>
          </a:p>
          <a:p>
            <a:pPr>
              <a:spcAft>
                <a:spcPts val="1200"/>
              </a:spcAft>
              <a:defRPr sz="1600"/>
            </a:pPr>
            <a:r>
              <a:t>3. 开机作业前必须测试急停开关与安全门光电保护器，确认联动停机功能灵敏；</a:t>
            </a:r>
          </a:p>
          <a:p>
            <a:pPr>
              <a:spcAft>
                <a:spcPts val="1200"/>
              </a:spcAft>
              <a:defRPr sz="1600"/>
            </a:pPr>
            <a:r>
              <a:t>4. 发生模具报警或卡料时，必须先按下急停按钮并通知机修技术员；</a:t>
            </a:r>
          </a:p>
          <a:p>
            <a:pPr>
              <a:spcAft>
                <a:spcPts val="1200"/>
              </a:spcAft>
              <a:defRPr sz="1600"/>
            </a:pPr>
            <a:r>
              <a:t>现场责任人：张三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二、核心注塑参数控制标准表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01168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8001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工艺参数名称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设定标准值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控制公差要求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射胶压力 (Injection Pressure)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120 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± 5 MPa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模具预热温度 (Mold Temp)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85 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± 3 ℃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保压时间 (Holding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6.5 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± 0.2 秒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